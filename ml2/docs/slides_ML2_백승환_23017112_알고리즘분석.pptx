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Dacon ML2 보험 사기 탐지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발표자: 백승환 (23017112) · 과목: 알고리즘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보험 사기(fraud) 이진 분류</a:t>
            </a:r>
          </a:p>
          <a:p>
            <a:pPr/>
            <a:r>
              <a:t>평가 지표: Macro F1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데이터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train/test CSV, 타깃 불균형</a:t>
            </a:r>
          </a:p>
          <a:p>
            <a:pPr/>
            <a:r>
              <a:t>카테고리+연속형 혼합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전처리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결측 치환(수치/범주)</a:t>
            </a:r>
          </a:p>
          <a:p>
            <a:pPr/>
            <a:r>
              <a:t>라벨 정규화(필요 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피처 엔지니어링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month/weekday 수치화</a:t>
            </a:r>
          </a:p>
          <a:p>
            <a:pPr/>
            <a:r>
              <a:t>비율/차이/interaction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모델 후보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CatBoost/LightGBM/XGBoost</a:t>
            </a:r>
          </a:p>
          <a:p>
            <a:pPr/>
            <a:r>
              <a:t>CV 앙상블(5-Fold)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임계값 최적화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positive_quota 그리드 탐색</a:t>
            </a:r>
          </a:p>
          <a:p>
            <a:pPr/>
            <a:r>
              <a:t>max_f1 대안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공개 LB 상위권(예: 2위)</a:t>
            </a:r>
          </a:p>
          <a:p>
            <a:pPr/>
            <a:r>
              <a:t>임계값 조정으로 F1 향상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에러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세그먼트별 정밀/재현율</a:t>
            </a:r>
          </a:p>
          <a:p>
            <a:pPr/>
            <a:r>
              <a:t>오분류 사례 검토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한계 &amp; 리스크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데이터 편향/시프트</a:t>
            </a:r>
          </a:p>
          <a:p>
            <a:pPr/>
            <a:r>
              <a:t>과최적화 주의(LB overfit)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결론 &amp; 향후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스태킹/메타러너</a:t>
            </a:r>
          </a:p>
          <a:p>
            <a:pPr/>
            <a:r>
              <a:t>데이터 증강/도메인 피처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